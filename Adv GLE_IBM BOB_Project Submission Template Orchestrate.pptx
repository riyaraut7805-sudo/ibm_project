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8" r:id="rId9"/>
    <p:sldId id="299" r:id="rId10"/>
    <p:sldId id="300"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a:t>IBM Bob,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a:t>IBM Bob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43677"/>
            <a:ext cx="8823960" cy="2585323"/>
          </a:xfrm>
          <a:prstGeom prst="rect">
            <a:avLst/>
          </a:prstGeom>
          <a:noFill/>
        </p:spPr>
        <p:txBody>
          <a:bodyPr wrap="square" rtlCol="0">
            <a:spAutoFit/>
          </a:bodyPr>
          <a:lstStyle/>
          <a:p>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83041" y="1378725"/>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964760"/>
            <a:ext cx="9217740" cy="572864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262</TotalTime>
  <Words>1410</Words>
  <Application>Microsoft Office PowerPoint</Application>
  <PresentationFormat>Widescreen</PresentationFormat>
  <Paragraphs>134</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Mario Thokchom</cp:lastModifiedBy>
  <cp:revision>3</cp:revision>
  <dcterms:created xsi:type="dcterms:W3CDTF">2025-07-08T05:06:56Z</dcterms:created>
  <dcterms:modified xsi:type="dcterms:W3CDTF">2026-07-24T10:44:42Z</dcterms:modified>
</cp:coreProperties>
</file>